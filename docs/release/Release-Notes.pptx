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Release Notes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Fleet Inspection And Maintenance</a:t>
            </a:r>
          </a:p>
          <a:p>
            <a:r>
              <a:t>Agentic SDLC Factory · October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DevOps / Release Agent — Deploy-Stage Reviewable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Project: Fleet Inspection And Maintenance Target environment: Dev Proposal status: For review and approval only Execution status: No build, packaging, deployment, or external-system changes performed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1. Scope of this deploy-stage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This proposal covers recommended:</a:t>
            </a:r>
          </a:p>
          <a:p>
            <a:r>
              <a:rPr sz="1500"/>
              <a:t>Build and packaging approach</a:t>
            </a:r>
          </a:p>
          <a:p>
            <a:r>
              <a:rPr sz="1500"/>
              <a:t>GitHub Actions pipeline design</a:t>
            </a:r>
          </a:p>
          <a:p>
            <a:r>
              <a:rPr sz="1500"/>
              <a:t>Environment promotion and approval gates</a:t>
            </a:r>
          </a:p>
          <a:p>
            <a:r>
              <a:rPr sz="1500"/>
              <a:t>Infrastructure-as-code structure</a:t>
            </a:r>
          </a:p>
          <a:p>
            <a:r>
              <a:rPr sz="1500"/>
              <a:t>Configuration and secret handling</a:t>
            </a:r>
          </a:p>
          <a:p>
            <a:r>
              <a:rPr sz="1500"/>
              <a:t>Release strategy for 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2. Deployment context interpreted from supplied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the intake documents and approved requirements artifact, the deploy baseline appears to be:</a:t>
            </a:r>
          </a:p>
          <a:p>
            <a:r>
              <a:rPr sz="1500"/>
              <a:t>Frontend: Angular 18 + Ionic 8</a:t>
            </a:r>
          </a:p>
          <a:p>
            <a:r>
              <a:rPr sz="1500"/>
              <a:t>Backend: Python 3.12 + FastAPI</a:t>
            </a:r>
          </a:p>
          <a:p>
            <a:r>
              <a:rPr sz="1500"/>
              <a:t>Primary DB: Azure SQL Database</a:t>
            </a:r>
          </a:p>
          <a:p>
            <a:r>
              <a:rPr sz="1500"/>
              <a:t>Blob storage: Required for immutable evidence</a:t>
            </a:r>
          </a:p>
          <a:p>
            <a:r>
              <a:rPr sz="1500"/>
              <a:t>Hosting: Azure App Service Premium v3</a:t>
            </a:r>
          </a:p>
          <a:p>
            <a:r>
              <a:rPr sz="1500"/>
              <a:t>Topology: Active-active across two regions behind Front Door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3. Deploy-stage recommendation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Deploy as independently versioned components:</a:t>
            </a:r>
          </a:p>
          <a:p>
            <a:r>
              <a:rPr sz="1500"/>
              <a:t>Web/mobile client package</a:t>
            </a:r>
          </a:p>
          <a:p>
            <a:r>
              <a:rPr sz="1500"/>
              <a:t>Inspection API service</a:t>
            </a:r>
          </a:p>
          <a:p>
            <a:r>
              <a:rPr sz="1500"/>
              <a:t>Background/scheduled service-plan calculator</a:t>
            </a:r>
          </a:p>
          <a:p>
            <a:r>
              <a:rPr sz="1500"/>
              <a:t>Infrastructure bundle</a:t>
            </a:r>
          </a:p>
          <a:p>
            <a:r>
              <a:rPr sz="1500"/>
              <a:t>Database migration bundle</a:t>
            </a:r>
          </a:p>
          <a:p>
            <a:r>
              <a:rPr sz="1500"/>
              <a:t>APIM configuration bundle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 Proposed build and packaging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See the Word document for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4.1 Frontend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Proposed artifact:</a:t>
            </a:r>
          </a:p>
          <a:p>
            <a:r>
              <a:rPr sz="1500"/>
              <a:t>Versioned static web bundle from Angular/Ionic build</a:t>
            </a:r>
          </a:p>
          <a:p>
            <a:r>
              <a:rPr sz="1500"/>
              <a:t>Optional mobile wrapper artifact only if Android packaging is already in scope</a:t>
            </a:r>
          </a:p>
          <a:p>
            <a:r>
              <a:rPr sz="1500"/>
              <a:t>Build recommendations:</a:t>
            </a:r>
          </a:p>
          <a:p>
            <a:r>
              <a:rPr sz="1500"/>
              <a:t>Node.js pinned via .nvmrc or workflow variable</a:t>
            </a:r>
          </a:p>
          <a:p>
            <a:r>
              <a:rPr sz="1500"/>
              <a:t>npm ci</a:t>
            </a:r>
          </a:p>
          <a:p>
            <a:r>
              <a:rPr sz="1500"/>
              <a:t>Lint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4.2 Backend API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Proposed artifact:</a:t>
            </a:r>
          </a:p>
          <a:p>
            <a:r>
              <a:rPr sz="1500"/>
              <a:t>Python application package or zip deploy bundle for App Service</a:t>
            </a:r>
          </a:p>
          <a:p>
            <a:r>
              <a:rPr sz="1500"/>
              <a:t>Build recommendations:</a:t>
            </a:r>
          </a:p>
          <a:p>
            <a:r>
              <a:rPr sz="1500"/>
              <a:t>Python 3.12 pinned</a:t>
            </a:r>
          </a:p>
          <a:p>
            <a:r>
              <a:rPr sz="1500"/>
              <a:t>Dependency lockfile required</a:t>
            </a:r>
          </a:p>
          <a:p>
            <a:r>
              <a:rPr sz="1500"/>
              <a:t>pip install into isolated build environment</a:t>
            </a:r>
          </a:p>
          <a:p>
            <a:r>
              <a:rPr sz="1500"/>
              <a:t>Static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4.3 Background job / service-plan calculator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Technical requirements indicate Azure Functions for service-plan calculation.</a:t>
            </a:r>
          </a:p>
          <a:p>
            <a:r>
              <a:rPr sz="1500"/>
              <a:t>Proposed artifact:</a:t>
            </a:r>
          </a:p>
          <a:p>
            <a:r>
              <a:rPr sz="1500"/>
              <a:t>Separate Azure Functions deployment package</a:t>
            </a:r>
          </a:p>
          <a:p>
            <a:r>
              <a:rPr sz="1500"/>
              <a:t>Suggested artifact name:</a:t>
            </a:r>
          </a:p>
          <a:p>
            <a:r>
              <a:rPr sz="1500"/>
              <a:t>fleet-service-plan-func_&lt;git-sha&gt;.zip</a:t>
            </a:r>
          </a:p>
          <a:p>
            <a:r>
              <a:rPr sz="1500"/>
              <a:t>If this component is not yet implemented, keep the pipeline scaffolded but disabled behind a path filter or feature flag.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4.4 Database migration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Because grounding and inspection persistence are transactional and authoritative, database changes should be separately controlled.</a:t>
            </a:r>
          </a:p>
          <a:p>
            <a:r>
              <a:rPr sz="1500"/>
              <a:t>Proposed artifact:</a:t>
            </a:r>
          </a:p>
          <a:p>
            <a:r>
              <a:rPr sz="1500"/>
              <a:t>SQL migration bundle</a:t>
            </a:r>
          </a:p>
          <a:p>
            <a:r>
              <a:rPr sz="1500"/>
              <a:t>Roll-forward scripts</a:t>
            </a:r>
          </a:p>
          <a:p>
            <a:r>
              <a:rPr sz="1500"/>
              <a:t>Optional rollback scripts where safe</a:t>
            </a:r>
          </a:p>
          <a:p>
            <a:r>
              <a:rPr sz="1500"/>
              <a:t>Schema drift report</a:t>
            </a:r>
          </a:p>
          <a:p>
            <a:r>
              <a:rPr sz="1500"/>
              <a:t>Suggested artifact name: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4.5 Infrastructure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Proposed artifact:</a:t>
            </a:r>
          </a:p>
          <a:p>
            <a:r>
              <a:rPr sz="1500"/>
              <a:t>Bicep or Terraform module bundle</a:t>
            </a:r>
          </a:p>
          <a:p>
            <a:r>
              <a:rPr sz="1500"/>
              <a:t>Parameter files per environment</a:t>
            </a:r>
          </a:p>
          <a:p>
            <a:r>
              <a:rPr sz="1500"/>
              <a:t>What-if / plan output captured as review evidence</a:t>
            </a:r>
          </a:p>
          <a:p>
            <a:r>
              <a:rPr sz="1500"/>
              <a:t>Recommendation: Prefer Bicep for Azure-native deployment unless the organization already standardizes on Terraform.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4.6 APIM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Because all model traffic must route through APIM, APIM config should be versioned and deployed independently.</a:t>
            </a:r>
          </a:p>
          <a:p>
            <a:r>
              <a:rPr sz="1500"/>
              <a:t>Include:</a:t>
            </a:r>
          </a:p>
          <a:p>
            <a:r>
              <a:rPr sz="1500"/>
              <a:t>APIs</a:t>
            </a:r>
          </a:p>
          <a:p>
            <a:r>
              <a:rPr sz="1500"/>
              <a:t>Policies</a:t>
            </a:r>
          </a:p>
          <a:p>
            <a:r>
              <a:rPr sz="1500"/>
              <a:t>Named values references only, not secrets</a:t>
            </a:r>
          </a:p>
          <a:p>
            <a:r>
              <a:rPr sz="1500"/>
              <a:t>Products/subscriptions if applicable</a:t>
            </a:r>
          </a:p>
          <a:p>
            <a:r>
              <a:rPr sz="1500"/>
              <a:t>Diagnostics and correlation headers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5. Proposed repository and artifact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 reviewable target structure:</a:t>
            </a:r>
          </a:p>
          <a:p>
            <a:r>
              <a:rPr sz="1800"/>
              <a:t>Artifact outputs: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 Proposed GitHub Actions pipeline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See the Word document for details.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6.1 Pipeline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Use four logical workflows:</a:t>
            </a:r>
          </a:p>
          <a:p>
            <a:r>
              <a:rPr sz="1500"/>
              <a:t>Triggered on pull request and main branch changes.</a:t>
            </a:r>
          </a:p>
          <a:p>
            <a:r>
              <a:rPr sz="1500"/>
              <a:t>Purpose:</a:t>
            </a:r>
          </a:p>
          <a:p>
            <a:r>
              <a:rPr sz="1500"/>
              <a:t>Build</a:t>
            </a:r>
          </a:p>
          <a:p>
            <a:r>
              <a:rPr sz="1500"/>
              <a:t>Test</a:t>
            </a:r>
          </a:p>
          <a:p>
            <a:r>
              <a:rPr sz="1500"/>
              <a:t>Scan</a:t>
            </a:r>
          </a:p>
          <a:p>
            <a:r>
              <a:rPr sz="1500"/>
              <a:t>Package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6.2 CI workflow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Recommended CI stages:</a:t>
            </a:r>
          </a:p>
          <a:p>
            <a:r>
              <a:rPr sz="1500"/>
              <a:t>Frontend build/test</a:t>
            </a:r>
          </a:p>
          <a:p>
            <a:r>
              <a:rPr sz="1500"/>
              <a:t>Backend build/test</a:t>
            </a:r>
          </a:p>
          <a:p>
            <a:r>
              <a:rPr sz="1500"/>
              <a:t>Function build/test</a:t>
            </a:r>
          </a:p>
          <a:p>
            <a:r>
              <a:rPr sz="1500"/>
              <a:t>Database validation</a:t>
            </a:r>
          </a:p>
          <a:p>
            <a:r>
              <a:rPr sz="1500"/>
              <a:t>IaC lint/validate</a:t>
            </a:r>
          </a:p>
          <a:p>
            <a:r>
              <a:rPr sz="1500"/>
              <a:t>APIM config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6.3 Deploy workflow stages for 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Recommended gated sequence:</a:t>
            </a:r>
          </a:p>
          <a:p>
            <a:r>
              <a:rPr sz="1500"/>
              <a:t>Select release manifest</a:t>
            </a:r>
          </a:p>
          <a:p>
            <a:r>
              <a:rPr sz="1500"/>
              <a:t>Validate artifact integrity</a:t>
            </a:r>
          </a:p>
          <a:p>
            <a:r>
              <a:rPr sz="1500"/>
              <a:t>Run IaC what-if / plan</a:t>
            </a:r>
          </a:p>
          <a:p>
            <a:r>
              <a:rPr sz="1500"/>
              <a:t>Human approval gate</a:t>
            </a:r>
          </a:p>
          <a:p>
            <a:r>
              <a:rPr sz="1500"/>
              <a:t>Apply infrastructure changes</a:t>
            </a:r>
          </a:p>
          <a:p>
            <a:r>
              <a:rPr sz="1500"/>
              <a:t>Run database migrations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7. Infrastructure-as-code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See the Word document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