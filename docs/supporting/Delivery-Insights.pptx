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067B8"/>
                </a:solidFill>
              </a:rPr>
              <a:t>Delivery Insights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Fleet Inspection And Maintenance</a:t>
            </a:r>
          </a:p>
          <a:p>
            <a:r>
              <a:t>Agentic SDLC Factory · October 03,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7B8"/>
                </a:solidFill>
              </a:rPr>
              <a:t>Insights Agent — Improve-Stage Proposal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Project: Fleet Inspection And Maintenance Target environment: Dev Status: Review required — no changes made Assessment date: 03 October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7B8"/>
                </a:solidFill>
              </a:rPr>
              <a:t>1. Evidence reviewed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The supplied intake documents are marked Draft and the available text is truncated in places. The approved requirements-agent proposal also records this limitation. Consequently, this proposal does not redefine busine…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7B8"/>
                </a:solidFill>
              </a:rPr>
              <a:t>2. Improvement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/>
              <a:t>Establish a single, reviewable Dev release-evidence path proving that the implemented system preserves the safety-critical and compliance-critical requirements:</a:t>
            </a:r>
          </a:p>
          <a:p>
            <a:r>
              <a:rPr sz="1500"/>
              <a:t>a critical defect cannot result in a drivable vehicle;</a:t>
            </a:r>
          </a:p>
          <a:p>
            <a:r>
              <a:rPr sz="1500"/>
              <a:t>inspection records and evidence remain immutable and attributable;</a:t>
            </a:r>
          </a:p>
          <a:p>
            <a:r>
              <a:rPr sz="1500"/>
              <a:t>offline capture is neither lost nor duplicated when synchronized;</a:t>
            </a:r>
          </a:p>
          <a:p>
            <a:r>
              <a:rPr sz="1500"/>
              <a:t>repairs cannot return a vehicle to service without an authorized release;</a:t>
            </a:r>
          </a:p>
          <a:p>
            <a:r>
              <a:rPr sz="1500"/>
              <a:t>failed integrations produce an observable, actionable fallback and escalation outcome.</a:t>
            </a:r>
          </a:p>
          <a:p>
            <a:r>
              <a:rPr sz="1500"/>
              <a:t>This proposal deliberately excludes new product features, new analytics, or changes to the agreed user experience.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7B8"/>
                </a:solidFill>
              </a:rPr>
              <a:t>3. Findings and recommended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/>
              <a:t>Finding: Closed work-item chains exist for implemented capability areas, while a second set of overlapping New stories and tasks remains in Azure DevOps. Examples include closed grounding and workshop chains #695–#702…</a:t>
            </a:r>
          </a:p>
          <a:p>
            <a:r>
              <a:rPr sz="1500"/>
              <a:t>Risk: Teams may implement or test the same requirement twice, report incorrect completion status, or attach release evidence to the wrong work item.</a:t>
            </a:r>
          </a:p>
          <a:p>
            <a:r>
              <a:rPr sz="1500"/>
              <a:t>Proposed change:</a:t>
            </a:r>
          </a:p>
          <a:p>
            <a:r>
              <a:rPr sz="1500"/>
              <a:t>Select one authoritative hierarchy under the existing Fleet Inspection And Maintenance epic.</a:t>
            </a:r>
          </a:p>
          <a:p>
            <a:r>
              <a:rPr sz="1500"/>
              <a:t>For every duplicate New item:</a:t>
            </a:r>
          </a:p>
          <a:p>
            <a:r>
              <a:rPr sz="1500"/>
              <a:t>link it to the completed equivalent where it is genuinely superseded;</a:t>
            </a:r>
          </a:p>
          <a:p>
            <a:r>
              <a:rPr sz="1500"/>
              <a:t>close it as duplicate, or retain it only where it defines a distinct, currently unimplemented gap;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7B8"/>
                </a:solidFill>
              </a:rPr>
              <a:t>4. Proposed implementation sequence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300"/>
                        <a:t>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Dependency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Approve the authoritative work-item hierarchy and close/link duplicates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None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Resolve the database architecture decision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Required before persistence, migration, or production-like evidence work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Map existing implementation PRs and code areas to authoritative stories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Authoritative hierarchy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Make the existing validation suite executable and publish CI 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Story mapping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Implement critical-path CI gates for grounding, trip blocking, evidence integrity, release, and offline idempotency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Executable tests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Add reconciliation and integration-failure observability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Approved configuration and integration contracts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Complete authorization and evidence-retention verification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Approved roles and retention policy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Triage the stale PR and conduct Dev release-readiness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Current CI gates and traceability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7B8"/>
                </a:solidFill>
              </a:rPr>
              <a:t>5. Release-readiness decision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/>
              <a:t>Do not approve a release beyond Dev until reviewers have evidence that:</a:t>
            </a:r>
          </a:p>
          <a:p>
            <a:r>
              <a:rPr sz="1500"/>
              <a:t>the database/persistence decision is approved and implemented consistently;</a:t>
            </a:r>
          </a:p>
          <a:p>
            <a:r>
              <a:rPr sz="1500"/>
              <a:t>one authoritative Azure DevOps hierarchy represents each scope item;</a:t>
            </a:r>
          </a:p>
          <a:p>
            <a:r>
              <a:rPr sz="1500"/>
              <a:t>critical grounding, trip-block, offline sync, repair/release, and immutable-evidence scenarios pass in CI;</a:t>
            </a:r>
          </a:p>
          <a:p>
            <a:r>
              <a:rPr sz="1500"/>
              <a:t>integration failure, retry, escalation, and manual-resolution states are observable and correlated;</a:t>
            </a:r>
          </a:p>
          <a:p>
            <a:r>
              <a:rPr sz="1500"/>
              <a:t>authorization prevents unauthorized modification and unauthorized release;</a:t>
            </a:r>
          </a:p>
          <a:p>
            <a:r>
              <a:rPr sz="1500"/>
              <a:t>the configured retention and evidence-integrity approach is approved;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7B8"/>
                </a:solidFill>
              </a:rPr>
              <a:t>6. Review decisions requested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/>
              <a:t>Approve or amend the proposed focus on safety, evidence integrity, offline reliability, and operational reconciliation rather than new scope.</a:t>
            </a:r>
          </a:p>
          <a:p>
            <a:r>
              <a:rPr sz="1500"/>
              <a:t>Nominate the authoritative Azure DevOps backlog chain and authorize duplicate-item cleanup through closure/linking only.</a:t>
            </a:r>
          </a:p>
          <a:p>
            <a:r>
              <a:rPr sz="1500"/>
              <a:t>Resolve the PostgreSQL versus Azure SQL decision with an approved architecture record.</a:t>
            </a:r>
          </a:p>
          <a:p>
            <a:r>
              <a:rPr sz="1500"/>
              <a:t>Approve the critical-path CI gate policy after confirming final test thresholds from the complete requirements/NFR baseline.</a:t>
            </a:r>
          </a:p>
          <a:p>
            <a:r>
              <a:rPr sz="1500"/>
              <a:t>Confirm the retention, authorized-role, and competent-release policies needed to complete evidence and access-control validation.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